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 slide. Introduce yourself, state the full project title and subtitle. ~30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State the research question clearly. Walk through each hypothesis.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Walk through each data source. Emphasize the multi-source panel and ~2,500 days coverage.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Define the forecast target precisely. This anchors the entire evaluation framework.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This is the methodological centerpiece. Explain the DAG, the domain reasoning, and the constraint mechanics. ~1.5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Walk through the ablation ladder left to right. Each stage adds one component. Explain the train-test split discipline. ~1.5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Present forecast accuracy table and chart. Lead with the key finding. Reference H1 and H3.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Show equity curves side by side. Highlight max drawdown comparison. Reference H2.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Show the ablation ladder results. Focus on marginal contribution of each component. Factor exposure heatmap shows diversification. Tests H4.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Show conditional performance during stress periods. This demonstrates practical value of causal constraints.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Be honest about limitations. Show that future work is thoughtful and extends naturally from the current study.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Summarize the central finding in 1-2 sentences. Thank the committee. Open for Q&amp;A. ~1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Causal-Aware, Machine-Learning-Driven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Forecasting and Factor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Python–Azure Pipeline Integrating NLP, Directed Factor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and Portfolio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Archuleta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WorldQuant University  |  MScFE 692 Capstone Project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Date]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imposing manual causal constraints on an ML-driven risk forecasting pipeline affect forecast accuracy, portfolio performance, and interpretability compared to unconstrained baselines?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constraints reduce out-of-sample forecast error (RMSE/MAE)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Causal-constrained portfolio exhibits lower max drawdown in stress periods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52044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features improve forecast accuracy beyond price + macro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20624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Factor-exposure entropy increases under causal constraints (more diversified loadings)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2 of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Panel Construction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 Prices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tickers (SPY, QQQ, IWM, 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| 2015–2025 daily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Indicators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DTB3, VIXCLS, T10Y2Y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API | daily aligned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88920"/>
            <a:ext cx="54864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Fama–French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Mkt-RF, SMB, HML, RF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data library | daily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3840480" cy="1417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88920"/>
            <a:ext cx="54864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Sentiment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feeds / news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or dictionary | daily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Panel: data/processed/master_panel.parquet  |  ~2,500 trading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3 of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Forecast Target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[PLACEHOLDER: Define the exact forecast target here.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"20-day forward realized volatility, annualized, computed from daily log returns."]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[variable name and formula]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trading days forward]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 (forecast accuracy)  |  Max drawdown, Sharpe, Calmar (portfolio)  |  Factor-exposure entropy (interpretability)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4 of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DAG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DAG Figure]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macro → sector → asset → risk target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 encode domain causal beliefs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926080" cy="3200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Mechanics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69164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Allowed-parent sets per node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shortcut predictors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modeling order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Train-time vs inference-time ordering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5 of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Ablation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(Unconstrained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600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1600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82880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1463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Time-ordered, expanding window, no future leakage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optimization with Ledoit–Wolf shrinkage (cvxpy)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[Rebalancing frequency, transaction costs, evaluation window]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6 of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Forecast Accuracy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11480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[Table: RMSE &amp; MAE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ablation stage]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H1 &amp; H3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051560"/>
            <a:ext cx="384048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12064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[Figure: Forecast vs Realized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overlay]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finding: summarize the forecast accuracy results in one sentence.]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7 of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Portfolio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[Figure: Equity curves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ablation stage]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 each stage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926080" cy="2743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645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finding: summarize the portfolio performance result in one sentence. Tests H2.]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8 of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Results &amp; Factor Exposure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→  +NLP  →  +ML Factors  →  +DAG Constraints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[Figure: Factor-exposure heatmap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ablation stages]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29260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 Metrics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factor-exposure entropy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per ablation stage.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diversified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loadings]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9 of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Tests &amp; Regime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[COVID-19 Drawdown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metrics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[2022 Rate Hike Period]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metrics here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insight: How did causal constraints affect performance during regime shifts?]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[Summarize sensitivity analyses, parameter stability, cross-validation results]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10 of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DAG relies on domain judgment (subjective)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asset class (ETFs only)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frequency (no intraday)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NLP 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budget cap ($20/month)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period biases (2015–2025)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causal discovery algorithms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class expansion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Higher-frequency data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MScFE 692 Capstone  |  Slide 11 of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[1–2 sentence summary of the central finding]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manual causal constraints [improve/do not improve] ML risk forecasts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reproducible Python–Azure pipeline with full CI/CD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ablation evidence for the value of NLP and causal 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C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github.com/stevearchuleta/riskml-capstone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Causal-Aware, Machine-Learning-Driven Risk Forecasting and Factor Construction</dc:title>
  <dc:subject>PptxGenJS Presentation</dc:subject>
  <dc:creator>Steven Archuleta</dc:creator>
  <cp:lastModifiedBy>Steven Archuleta</cp:lastModifiedBy>
  <cp:revision>1</cp:revision>
  <dcterms:created xsi:type="dcterms:W3CDTF">2026-02-07T02:24:29Z</dcterms:created>
  <dcterms:modified xsi:type="dcterms:W3CDTF">2026-02-07T02:24:29Z</dcterms:modified>
</cp:coreProperties>
</file>